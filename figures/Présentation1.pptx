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4A11"/>
    <a:srgbClr val="ABA70D"/>
    <a:srgbClr val="595707"/>
    <a:srgbClr val="156082"/>
    <a:srgbClr val="CECA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A405F8-942B-C992-D9E3-F4A5950B8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C9605ED-7510-C239-73BF-6E2B44D003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0D5904-519E-6A3F-A0A4-FA0147880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8F4AF9-FE51-1980-BB1A-8ADCDA99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CC6548-C39E-6A05-C941-45A193095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28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FC4575-FF14-AEF6-867E-22036E65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5F510B-3501-E30C-E9C0-F712B4D5A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C6E5D3-EDF4-128C-B3B0-7EA2E24D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752EE6-7BB6-4A67-99D8-3307CD3E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32B236-E313-98E6-CA1D-93A660717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34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0C6B8D-0810-DC32-4A2B-7A522F400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F09A91-B7FD-64FD-B44F-699100B7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5933D7-C081-010C-FB40-BD6F26A7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860974-B5C1-6A1B-6195-67328FF3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7E27E2-A41F-D5C3-F65C-95642038A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377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8CFFC-8DF5-92F4-1D1C-1A56E8D3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08FE08-24EF-C674-13AA-AC4915C10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C4CF967-6D98-A998-A41C-074777E9E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0695E9-286B-073A-17E5-0A8421E65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14B84E-9666-E4E8-13B9-603E439FC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98FDD9-D871-F2A9-3A1A-4C301E7CD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13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D19933-74C7-B51B-69FB-AA16936C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00077-3E75-8EFC-8500-E2F101F84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26FF32E-FAF7-0C4D-9517-A4EED47D4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D201145-555D-2D01-937B-E970F8A47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67655DC-435D-D309-DAFB-283FF830E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68D710-6395-CC91-4607-94C76A047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5BE03FC-2AD7-5331-3D44-EFD0CEB4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7905A12-73C2-68BF-14A3-06FD2688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9679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D82063-2488-64B0-C66D-CF363BD2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6C35BB0-93DB-EB3B-82B2-AA18D4489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7A9BBE-8CF9-43AF-2456-44B6BF1C1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410F5AC-29A0-3329-9B17-7D225768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32291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31ED2E-17AD-479A-459A-AE0CF890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34F4C78-9150-8664-AB82-1503EC2F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122AFE-00DD-128C-76AF-98D7A1DD3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6908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EE9EE8-3CC2-CF86-86D4-9928396F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872773-0318-6B49-7A4E-EC3654449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3E7205-5408-34B4-ED4D-188C0198B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A6756C-38A8-836C-8E08-9DBDF072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6FDA12-7AAA-FFCB-D2B3-AE35CA24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453E1ED-E380-B58F-EC0E-111CFAD0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304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24AE03-6DB4-2557-B183-EC1AFFCC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8F54580-0C30-AE14-22C1-84DB94F64F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4DAB3F-82DE-E7A1-40D5-45C85289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6E1CD8E-8298-FE12-C02E-E3F0D0DE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3C8E676-A4CF-0A82-1EF6-375B1090E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145D322-7565-79C2-F816-9E118354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399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BD5213-E18D-FDA4-4575-0A395CFD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4FBD54A-E3F6-FDD7-349D-634A12D29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E88FEA-FDD1-8EFD-6B40-CB4D0C4B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969888-7BFD-0425-6760-8943EF98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980AC8-398A-C6B6-14CB-0DA8118D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126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35123B8-08E0-9631-D4A1-BCCE634C9D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077DD8-E31E-06AE-C5B3-258A11627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A401EF-A5F7-CA8E-FF4F-50B76DEB6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521C8B-8908-3AE0-49B9-B361E370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5D645F-4F08-185A-F316-4A3ABEF52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84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CFF5C1B-DB11-EFC7-B9E0-5A0D9752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48EFF9-7D03-4129-FEAC-2AC9870D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15C4933-66B0-2F05-09B6-4F6AC24951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2A6BC-36C8-4532-B362-AE54CA04DB9C}" type="datetimeFigureOut">
              <a:rPr lang="fr-FR" smtClean="0"/>
              <a:t>17/06/2026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F549BF-2747-2751-F105-95E795279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37B019-4885-57DC-A767-153D8E2337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0DD5D-03C6-4C47-AEB7-41D28BB0354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7440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33C2C89D-2DC0-F550-0F12-261F8570E614}"/>
              </a:ext>
            </a:extLst>
          </p:cNvPr>
          <p:cNvCxnSpPr>
            <a:cxnSpLocks/>
          </p:cNvCxnSpPr>
          <p:nvPr/>
        </p:nvCxnSpPr>
        <p:spPr>
          <a:xfrm>
            <a:off x="1316736" y="3831336"/>
            <a:ext cx="9253728" cy="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A0160574-71A1-A9F8-C735-2D0B896BEAB3}"/>
              </a:ext>
            </a:extLst>
          </p:cNvPr>
          <p:cNvSpPr txBox="1"/>
          <p:nvPr/>
        </p:nvSpPr>
        <p:spPr>
          <a:xfrm>
            <a:off x="9125712" y="3831336"/>
            <a:ext cx="1645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25m transect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D180FA-F543-7A45-4ADB-6EE96F6E83F6}"/>
              </a:ext>
            </a:extLst>
          </p:cNvPr>
          <p:cNvSpPr/>
          <p:nvPr/>
        </p:nvSpPr>
        <p:spPr>
          <a:xfrm>
            <a:off x="1001268" y="3579336"/>
            <a:ext cx="576000" cy="576000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07B8F4-EBAB-35B6-FA23-336EE4575E6C}"/>
              </a:ext>
            </a:extLst>
          </p:cNvPr>
          <p:cNvSpPr/>
          <p:nvPr/>
        </p:nvSpPr>
        <p:spPr>
          <a:xfrm>
            <a:off x="4528566" y="3579336"/>
            <a:ext cx="576000" cy="576000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D88DF9-A5F2-0087-75FA-BA12AD33A39E}"/>
              </a:ext>
            </a:extLst>
          </p:cNvPr>
          <p:cNvSpPr/>
          <p:nvPr/>
        </p:nvSpPr>
        <p:spPr>
          <a:xfrm>
            <a:off x="8055864" y="3579336"/>
            <a:ext cx="576000" cy="576000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5E97B9-C2E7-7BCF-610D-35B5F2AE3613}"/>
              </a:ext>
            </a:extLst>
          </p:cNvPr>
          <p:cNvSpPr/>
          <p:nvPr/>
        </p:nvSpPr>
        <p:spPr>
          <a:xfrm>
            <a:off x="2741665" y="1198848"/>
            <a:ext cx="576000" cy="576000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E0F602-97BD-165F-2198-FF7E989D2163}"/>
              </a:ext>
            </a:extLst>
          </p:cNvPr>
          <p:cNvSpPr/>
          <p:nvPr/>
        </p:nvSpPr>
        <p:spPr>
          <a:xfrm>
            <a:off x="6268963" y="1198848"/>
            <a:ext cx="576000" cy="576000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F7ECEE-AAB0-14B0-AD51-3C507CD71F43}"/>
              </a:ext>
            </a:extLst>
          </p:cNvPr>
          <p:cNvSpPr/>
          <p:nvPr/>
        </p:nvSpPr>
        <p:spPr>
          <a:xfrm>
            <a:off x="9796261" y="1198848"/>
            <a:ext cx="576000" cy="576000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25028F-1E7B-C4C9-ED6A-9031804DC267}"/>
              </a:ext>
            </a:extLst>
          </p:cNvPr>
          <p:cNvSpPr/>
          <p:nvPr/>
        </p:nvSpPr>
        <p:spPr>
          <a:xfrm>
            <a:off x="1001268" y="2628360"/>
            <a:ext cx="576000" cy="576000"/>
          </a:xfrm>
          <a:prstGeom prst="rect">
            <a:avLst/>
          </a:prstGeom>
          <a:solidFill>
            <a:srgbClr val="7D4A11"/>
          </a:solidFill>
          <a:ln>
            <a:solidFill>
              <a:srgbClr val="7D4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5E691D-1EFA-6804-585D-6C3B06876EA0}"/>
              </a:ext>
            </a:extLst>
          </p:cNvPr>
          <p:cNvSpPr/>
          <p:nvPr/>
        </p:nvSpPr>
        <p:spPr>
          <a:xfrm>
            <a:off x="4528566" y="2628360"/>
            <a:ext cx="576000" cy="576000"/>
          </a:xfrm>
          <a:prstGeom prst="rect">
            <a:avLst/>
          </a:prstGeom>
          <a:solidFill>
            <a:srgbClr val="7D4A11"/>
          </a:solidFill>
          <a:ln>
            <a:solidFill>
              <a:srgbClr val="7D4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F1C87E-AC11-BAD7-03BC-7E4E11708823}"/>
              </a:ext>
            </a:extLst>
          </p:cNvPr>
          <p:cNvSpPr/>
          <p:nvPr/>
        </p:nvSpPr>
        <p:spPr>
          <a:xfrm>
            <a:off x="8055864" y="2628360"/>
            <a:ext cx="576000" cy="576000"/>
          </a:xfrm>
          <a:prstGeom prst="rect">
            <a:avLst/>
          </a:prstGeom>
          <a:solidFill>
            <a:srgbClr val="7D4A11"/>
          </a:solidFill>
          <a:ln>
            <a:solidFill>
              <a:srgbClr val="7D4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2400" dirty="0"/>
              <a:t>9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DFE90209-CE0D-FACC-D612-081FF56DC829}"/>
              </a:ext>
            </a:extLst>
          </p:cNvPr>
          <p:cNvCxnSpPr/>
          <p:nvPr/>
        </p:nvCxnSpPr>
        <p:spPr>
          <a:xfrm flipV="1">
            <a:off x="2567347" y="1215781"/>
            <a:ext cx="0" cy="57600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8FA5513F-C6C1-5B79-17A8-7BB58FE790F7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28585" y="735281"/>
            <a:ext cx="0" cy="57600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49307E36-D657-F99C-F38D-05D7B5205000}"/>
              </a:ext>
            </a:extLst>
          </p:cNvPr>
          <p:cNvSpPr txBox="1"/>
          <p:nvPr/>
        </p:nvSpPr>
        <p:spPr>
          <a:xfrm>
            <a:off x="2627091" y="617751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156082"/>
                </a:solidFill>
              </a:rPr>
              <a:t>25cm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4D94CB0-C469-E0DA-B550-162F89B08A9C}"/>
              </a:ext>
            </a:extLst>
          </p:cNvPr>
          <p:cNvSpPr txBox="1"/>
          <p:nvPr/>
        </p:nvSpPr>
        <p:spPr>
          <a:xfrm>
            <a:off x="1780424" y="1245616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156082"/>
                </a:solidFill>
              </a:rPr>
              <a:t>25cm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2E67ED46-504C-581B-D105-ED2212C18B48}"/>
              </a:ext>
            </a:extLst>
          </p:cNvPr>
          <p:cNvCxnSpPr/>
          <p:nvPr/>
        </p:nvCxnSpPr>
        <p:spPr>
          <a:xfrm flipV="1">
            <a:off x="7886785" y="2632791"/>
            <a:ext cx="0" cy="57600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9C75A67D-02E4-6A0C-9479-C8F4CD970BCA}"/>
              </a:ext>
            </a:extLst>
          </p:cNvPr>
          <p:cNvCxnSpPr>
            <a:cxnSpLocks/>
          </p:cNvCxnSpPr>
          <p:nvPr/>
        </p:nvCxnSpPr>
        <p:spPr>
          <a:xfrm rot="16200000" flipV="1">
            <a:off x="8348023" y="2170579"/>
            <a:ext cx="0" cy="576000"/>
          </a:xfrm>
          <a:prstGeom prst="straightConnector1">
            <a:avLst/>
          </a:prstGeom>
          <a:ln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905F13C1-CE49-542B-1EE8-1BC7690348C5}"/>
              </a:ext>
            </a:extLst>
          </p:cNvPr>
          <p:cNvSpPr txBox="1"/>
          <p:nvPr/>
        </p:nvSpPr>
        <p:spPr>
          <a:xfrm>
            <a:off x="7946529" y="2053049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156082"/>
                </a:solidFill>
              </a:rPr>
              <a:t>25cm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9B9B4A7B-E455-3965-F41D-42A805AB6571}"/>
              </a:ext>
            </a:extLst>
          </p:cNvPr>
          <p:cNvSpPr txBox="1"/>
          <p:nvPr/>
        </p:nvSpPr>
        <p:spPr>
          <a:xfrm>
            <a:off x="7099862" y="2680914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156082"/>
                </a:solidFill>
              </a:rPr>
              <a:t>25cm</a:t>
            </a: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33A518CF-4E9C-2C9D-F663-C1D8776A2DA5}"/>
              </a:ext>
            </a:extLst>
          </p:cNvPr>
          <p:cNvCxnSpPr>
            <a:cxnSpLocks/>
          </p:cNvCxnSpPr>
          <p:nvPr/>
        </p:nvCxnSpPr>
        <p:spPr>
          <a:xfrm rot="8100000" flipV="1">
            <a:off x="8883139" y="2650834"/>
            <a:ext cx="0" cy="504000"/>
          </a:xfrm>
          <a:prstGeom prst="straightConnector1">
            <a:avLst/>
          </a:prstGeom>
          <a:ln>
            <a:prstDash val="sysDot"/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ZoneTexte 45">
            <a:extLst>
              <a:ext uri="{FF2B5EF4-FFF2-40B4-BE49-F238E27FC236}">
                <a16:creationId xmlns:a16="http://schemas.microsoft.com/office/drawing/2014/main" id="{99F494D9-D4F9-5F88-F4C3-75C700566B73}"/>
              </a:ext>
            </a:extLst>
          </p:cNvPr>
          <p:cNvSpPr txBox="1"/>
          <p:nvPr/>
        </p:nvSpPr>
        <p:spPr>
          <a:xfrm>
            <a:off x="8802575" y="2542083"/>
            <a:ext cx="809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rgbClr val="156082"/>
                </a:solidFill>
              </a:rPr>
              <a:t>20cm</a:t>
            </a:r>
          </a:p>
        </p:txBody>
      </p: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7228F378-0341-B060-6711-FC7E9801929D}"/>
              </a:ext>
            </a:extLst>
          </p:cNvPr>
          <p:cNvCxnSpPr>
            <a:cxnSpLocks/>
          </p:cNvCxnSpPr>
          <p:nvPr/>
        </p:nvCxnSpPr>
        <p:spPr>
          <a:xfrm flipV="1">
            <a:off x="3064383" y="1445671"/>
            <a:ext cx="0" cy="2385665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D418292F-EA54-CAD5-BCE1-A6066ED6944A}"/>
              </a:ext>
            </a:extLst>
          </p:cNvPr>
          <p:cNvCxnSpPr>
            <a:cxnSpLocks/>
          </p:cNvCxnSpPr>
          <p:nvPr/>
        </p:nvCxnSpPr>
        <p:spPr>
          <a:xfrm flipV="1">
            <a:off x="4823715" y="2880360"/>
            <a:ext cx="0" cy="96355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F0037E9A-1826-A0D7-44E3-8FB6D2819D07}"/>
              </a:ext>
            </a:extLst>
          </p:cNvPr>
          <p:cNvCxnSpPr>
            <a:cxnSpLocks/>
          </p:cNvCxnSpPr>
          <p:nvPr/>
        </p:nvCxnSpPr>
        <p:spPr>
          <a:xfrm>
            <a:off x="1289268" y="2939079"/>
            <a:ext cx="1739317" cy="3114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E1628E29-576C-9462-5768-39F5ED608EC7}"/>
              </a:ext>
            </a:extLst>
          </p:cNvPr>
          <p:cNvSpPr txBox="1"/>
          <p:nvPr/>
        </p:nvSpPr>
        <p:spPr>
          <a:xfrm>
            <a:off x="4860785" y="3191793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1m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5547D6A6-9972-5209-E8F9-29535C5DBCB5}"/>
              </a:ext>
            </a:extLst>
          </p:cNvPr>
          <p:cNvSpPr txBox="1"/>
          <p:nvPr/>
        </p:nvSpPr>
        <p:spPr>
          <a:xfrm>
            <a:off x="3051628" y="2122192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5m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C16A6277-97D0-0DD4-DAB6-F2D2F670ABE9}"/>
              </a:ext>
            </a:extLst>
          </p:cNvPr>
          <p:cNvSpPr txBox="1"/>
          <p:nvPr/>
        </p:nvSpPr>
        <p:spPr>
          <a:xfrm>
            <a:off x="1994340" y="2603037"/>
            <a:ext cx="5389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5m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01E791C-F539-D03F-2ECB-81075A90DFE0}"/>
              </a:ext>
            </a:extLst>
          </p:cNvPr>
          <p:cNvSpPr/>
          <p:nvPr/>
        </p:nvSpPr>
        <p:spPr>
          <a:xfrm>
            <a:off x="1028736" y="4832158"/>
            <a:ext cx="370296" cy="370296"/>
          </a:xfrm>
          <a:prstGeom prst="rect">
            <a:avLst/>
          </a:prstGeom>
          <a:solidFill>
            <a:srgbClr val="ABA70D"/>
          </a:solidFill>
          <a:ln>
            <a:solidFill>
              <a:srgbClr val="ABA7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40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C3E6E4C-9D6D-8891-A0E5-9D5C081E72A1}"/>
              </a:ext>
            </a:extLst>
          </p:cNvPr>
          <p:cNvSpPr/>
          <p:nvPr/>
        </p:nvSpPr>
        <p:spPr>
          <a:xfrm>
            <a:off x="1028736" y="5309841"/>
            <a:ext cx="370296" cy="370296"/>
          </a:xfrm>
          <a:prstGeom prst="rect">
            <a:avLst/>
          </a:prstGeom>
          <a:solidFill>
            <a:srgbClr val="7D4A11"/>
          </a:solidFill>
          <a:ln>
            <a:solidFill>
              <a:srgbClr val="7D4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sz="2400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8088EFA4-6BB4-5B62-36F5-CBCA869F95A4}"/>
              </a:ext>
            </a:extLst>
          </p:cNvPr>
          <p:cNvSpPr txBox="1"/>
          <p:nvPr/>
        </p:nvSpPr>
        <p:spPr>
          <a:xfrm>
            <a:off x="1464480" y="4817251"/>
            <a:ext cx="3905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litter</a:t>
            </a:r>
            <a:r>
              <a:rPr lang="fr-FR" sz="2000" dirty="0"/>
              <a:t> </a:t>
            </a:r>
            <a:r>
              <a:rPr lang="fr-FR" sz="2000" dirty="0" err="1"/>
              <a:t>sorting</a:t>
            </a:r>
            <a:r>
              <a:rPr lang="fr-FR" sz="2000" dirty="0"/>
              <a:t> + </a:t>
            </a:r>
            <a:r>
              <a:rPr lang="fr-FR" sz="2000" dirty="0" err="1"/>
              <a:t>mustard</a:t>
            </a:r>
            <a:r>
              <a:rPr lang="fr-FR" sz="2000" dirty="0"/>
              <a:t> extraction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2CEE7F65-E98D-3E53-1B27-C61CC9CBA5D0}"/>
              </a:ext>
            </a:extLst>
          </p:cNvPr>
          <p:cNvSpPr txBox="1"/>
          <p:nvPr/>
        </p:nvSpPr>
        <p:spPr>
          <a:xfrm>
            <a:off x="1473392" y="5280027"/>
            <a:ext cx="2437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litter</a:t>
            </a:r>
            <a:r>
              <a:rPr lang="fr-FR" sz="2000" dirty="0"/>
              <a:t> and </a:t>
            </a:r>
            <a:r>
              <a:rPr lang="fr-FR" sz="2000" dirty="0" err="1"/>
              <a:t>soil</a:t>
            </a:r>
            <a:r>
              <a:rPr lang="fr-FR" sz="2000" dirty="0"/>
              <a:t> </a:t>
            </a:r>
            <a:r>
              <a:rPr lang="fr-FR" sz="2000" dirty="0" err="1"/>
              <a:t>sorting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7944729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Sylvain Gerard</dc:creator>
  <cp:lastModifiedBy>Sylvain Gerard</cp:lastModifiedBy>
  <cp:revision>1</cp:revision>
  <dcterms:created xsi:type="dcterms:W3CDTF">2026-06-17T11:41:47Z</dcterms:created>
  <dcterms:modified xsi:type="dcterms:W3CDTF">2026-06-17T11:41:59Z</dcterms:modified>
</cp:coreProperties>
</file>